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Arial"/>
              </a:rPr>
              <a:t>Palette strip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039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nature_blue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777240"/>
            <a:ext cx="1143000" cy="292608"/>
          </a:xfrm>
          <a:prstGeom prst="rect">
            <a:avLst/>
          </a:prstGeom>
          <a:solidFill>
            <a:srgbClr val="F7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4600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#F7FAFC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777240"/>
            <a:ext cx="1143000" cy="292608"/>
          </a:xfrm>
          <a:prstGeom prst="rect">
            <a:avLst/>
          </a:prstGeom>
          <a:solidFill>
            <a:srgbClr val="1F4E7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#1F4E79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777240"/>
            <a:ext cx="1143000" cy="292608"/>
          </a:xfrm>
          <a:prstGeom prst="rect">
            <a:avLst/>
          </a:prstGeom>
          <a:solidFill>
            <a:srgbClr val="2C7FB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#2C7FB8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9" y="777240"/>
            <a:ext cx="1143000" cy="292608"/>
          </a:xfrm>
          <a:prstGeom prst="rect">
            <a:avLst/>
          </a:prstGeom>
          <a:solidFill>
            <a:srgbClr val="7FCDB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#7FCDBB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777240"/>
            <a:ext cx="1143000" cy="292608"/>
          </a:xfrm>
          <a:prstGeom prst="rect">
            <a:avLst/>
          </a:prstGeom>
          <a:solidFill>
            <a:srgbClr val="EDF8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79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#EDF8FB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777240"/>
            <a:ext cx="1143000" cy="292608"/>
          </a:xfrm>
          <a:prstGeom prst="rect">
            <a:avLst/>
          </a:prstGeom>
          <a:solidFill>
            <a:srgbClr val="26323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10642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#263238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508760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chinese_science_blue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435607"/>
            <a:ext cx="1143000" cy="292608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#F8FAFC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435607"/>
            <a:ext cx="1143000" cy="292608"/>
          </a:xfrm>
          <a:prstGeom prst="rect">
            <a:avLst/>
          </a:prstGeom>
          <a:solidFill>
            <a:srgbClr val="163B6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#163B6D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435607"/>
            <a:ext cx="1143000" cy="292608"/>
          </a:xfrm>
          <a:prstGeom prst="rect">
            <a:avLst/>
          </a:prstGeom>
          <a:solidFill>
            <a:srgbClr val="2F6F9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#2F6F9F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1435607"/>
            <a:ext cx="1143000" cy="292608"/>
          </a:xfrm>
          <a:prstGeom prst="rect">
            <a:avLst/>
          </a:prstGeom>
          <a:solidFill>
            <a:srgbClr val="7BAFD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#7BAFD4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79" y="1435607"/>
            <a:ext cx="1143000" cy="292608"/>
          </a:xfrm>
          <a:prstGeom prst="rect">
            <a:avLst/>
          </a:prstGeom>
          <a:solidFill>
            <a:srgbClr val="EAF3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#EAF3FA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1435607"/>
            <a:ext cx="1143000" cy="292608"/>
          </a:xfrm>
          <a:prstGeom prst="rect">
            <a:avLst/>
          </a:prstGeom>
          <a:solidFill>
            <a:srgbClr val="202833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76479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#202833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167128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sci_cjk_bilingual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093976"/>
            <a:ext cx="1143000" cy="292608"/>
          </a:xfrm>
          <a:prstGeom prst="rect">
            <a:avLst/>
          </a:prstGeom>
          <a:solidFill>
            <a:srgbClr val="FAFAF7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#FAFAF7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2093976"/>
            <a:ext cx="1143000" cy="292608"/>
          </a:xfrm>
          <a:prstGeom prst="rect">
            <a:avLst/>
          </a:prstGeom>
          <a:solidFill>
            <a:srgbClr val="1E3A5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#1E3A5F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093976"/>
            <a:ext cx="1143000" cy="292608"/>
          </a:xfrm>
          <a:prstGeom prst="rect">
            <a:avLst/>
          </a:prstGeom>
          <a:solidFill>
            <a:srgbClr val="357AB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#357ABD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9" y="2093976"/>
            <a:ext cx="1143000" cy="292608"/>
          </a:xfrm>
          <a:prstGeom prst="rect">
            <a:avLst/>
          </a:prstGeom>
          <a:solidFill>
            <a:srgbClr val="B55A3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59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#B55A30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79" y="2093976"/>
            <a:ext cx="1143000" cy="292608"/>
          </a:xfrm>
          <a:prstGeom prst="rect">
            <a:avLst/>
          </a:prstGeom>
          <a:solidFill>
            <a:srgbClr val="EFE8D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#EFE8D8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093976"/>
            <a:ext cx="1143000" cy="292608"/>
          </a:xfrm>
          <a:prstGeom prst="rect">
            <a:avLst/>
          </a:prstGeom>
          <a:solidFill>
            <a:srgbClr val="22222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423160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#222222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2825496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science_graphite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2752344"/>
            <a:ext cx="1143000" cy="292608"/>
          </a:xfrm>
          <a:prstGeom prst="rect">
            <a:avLst/>
          </a:prstGeom>
          <a:solidFill>
            <a:srgbClr val="F7F7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#F7F7F5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2752344"/>
            <a:ext cx="1143000" cy="292608"/>
          </a:xfrm>
          <a:prstGeom prst="rect">
            <a:avLst/>
          </a:prstGeom>
          <a:solidFill>
            <a:srgbClr val="2B2D3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#2B2D30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2752344"/>
            <a:ext cx="1143000" cy="292608"/>
          </a:xfrm>
          <a:prstGeom prst="rect">
            <a:avLst/>
          </a:prstGeom>
          <a:solidFill>
            <a:srgbClr val="5C667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#5C6670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59" y="2752344"/>
            <a:ext cx="1143000" cy="292608"/>
          </a:xfrm>
          <a:prstGeom prst="rect">
            <a:avLst/>
          </a:prstGeom>
          <a:solidFill>
            <a:srgbClr val="9AA4A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59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#9AA4AE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79" y="2752344"/>
            <a:ext cx="1143000" cy="292608"/>
          </a:xfrm>
          <a:prstGeom prst="rect">
            <a:avLst/>
          </a:prstGeom>
          <a:solidFill>
            <a:srgbClr val="ECEC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9479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#ECECE8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2752344"/>
            <a:ext cx="1143000" cy="292608"/>
          </a:xfrm>
          <a:prstGeom prst="rect">
            <a:avLst/>
          </a:prstGeom>
          <a:solidFill>
            <a:srgbClr val="24242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308152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#242424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483863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advanced_materials_teal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3410711"/>
            <a:ext cx="1143000" cy="292608"/>
          </a:xfrm>
          <a:prstGeom prst="rect">
            <a:avLst/>
          </a:prstGeom>
          <a:solidFill>
            <a:srgbClr val="F6FB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#F6FBFA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03320" y="3410711"/>
            <a:ext cx="1143000" cy="292608"/>
          </a:xfrm>
          <a:prstGeom prst="rect">
            <a:avLst/>
          </a:prstGeom>
          <a:solidFill>
            <a:srgbClr val="0E5A5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03320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#0E5A5A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3410711"/>
            <a:ext cx="1143000" cy="292608"/>
          </a:xfrm>
          <a:prstGeom prst="rect">
            <a:avLst/>
          </a:prstGeom>
          <a:solidFill>
            <a:srgbClr val="1C8C8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92040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#1C8C8C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59" y="3410711"/>
            <a:ext cx="1143000" cy="292608"/>
          </a:xfrm>
          <a:prstGeom prst="rect">
            <a:avLst/>
          </a:prstGeom>
          <a:solidFill>
            <a:srgbClr val="8FD0C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59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#8FD0C9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79" y="3410711"/>
            <a:ext cx="1143000" cy="292608"/>
          </a:xfrm>
          <a:prstGeom prst="rect">
            <a:avLst/>
          </a:prstGeom>
          <a:solidFill>
            <a:srgbClr val="E7F4F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79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#E7F4F1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3410711"/>
            <a:ext cx="1143000" cy="292608"/>
          </a:xfrm>
          <a:prstGeom prst="rect">
            <a:avLst/>
          </a:prstGeom>
          <a:solidFill>
            <a:srgbClr val="1F2A2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200" y="3739896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#1F2A2A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4142231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engineering_amber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14600" y="4069079"/>
            <a:ext cx="1143000" cy="292608"/>
          </a:xfrm>
          <a:prstGeom prst="rect">
            <a:avLst/>
          </a:prstGeom>
          <a:solidFill>
            <a:srgbClr val="FBFA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14600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#FBFAF5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03320" y="4069079"/>
            <a:ext cx="1143000" cy="292608"/>
          </a:xfrm>
          <a:prstGeom prst="rect">
            <a:avLst/>
          </a:prstGeom>
          <a:solidFill>
            <a:srgbClr val="4B3B1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03320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#4B3B1F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92040" y="4069079"/>
            <a:ext cx="1143000" cy="292608"/>
          </a:xfrm>
          <a:prstGeom prst="rect">
            <a:avLst/>
          </a:prstGeom>
          <a:solidFill>
            <a:srgbClr val="B97913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92040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#B97913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59" y="4069079"/>
            <a:ext cx="1143000" cy="292608"/>
          </a:xfrm>
          <a:prstGeom prst="rect">
            <a:avLst/>
          </a:prstGeom>
          <a:solidFill>
            <a:srgbClr val="E2B84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0759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#E2B84F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69479" y="4069079"/>
            <a:ext cx="1143000" cy="292608"/>
          </a:xfrm>
          <a:prstGeom prst="rect">
            <a:avLst/>
          </a:prstGeom>
          <a:solidFill>
            <a:srgbClr val="F5ECD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69479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#F5ECD0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4069079"/>
            <a:ext cx="1143000" cy="292608"/>
          </a:xfrm>
          <a:prstGeom prst="rect">
            <a:avLst/>
          </a:prstGeom>
          <a:solidFill>
            <a:srgbClr val="241C1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58200" y="4398264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#241C12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4800599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ai4science_indigo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14600" y="4727447"/>
            <a:ext cx="1143000" cy="292608"/>
          </a:xfrm>
          <a:prstGeom prst="rect">
            <a:avLst/>
          </a:prstGeom>
          <a:solidFill>
            <a:srgbClr val="F8F8F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14600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#F8F8FD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03320" y="4727447"/>
            <a:ext cx="1143000" cy="292608"/>
          </a:xfrm>
          <a:prstGeom prst="rect">
            <a:avLst/>
          </a:prstGeom>
          <a:solidFill>
            <a:srgbClr val="232A7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03320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#232A7A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92040" y="4727447"/>
            <a:ext cx="1143000" cy="292608"/>
          </a:xfrm>
          <a:prstGeom prst="rect">
            <a:avLst/>
          </a:prstGeom>
          <a:solidFill>
            <a:srgbClr val="4C63D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92040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#4C63D2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80759" y="4727447"/>
            <a:ext cx="1143000" cy="292608"/>
          </a:xfrm>
          <a:prstGeom prst="rect">
            <a:avLst/>
          </a:prstGeom>
          <a:solidFill>
            <a:srgbClr val="8EA0F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80759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#8EA0F2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9479" y="4727447"/>
            <a:ext cx="1143000" cy="292608"/>
          </a:xfrm>
          <a:prstGeom prst="rect">
            <a:avLst/>
          </a:prstGeom>
          <a:solidFill>
            <a:srgbClr val="ECEE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69479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#ECEEFF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58200" y="4727447"/>
            <a:ext cx="1143000" cy="292608"/>
          </a:xfrm>
          <a:prstGeom prst="rect">
            <a:avLst/>
          </a:prstGeom>
          <a:solidFill>
            <a:srgbClr val="1D203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58200" y="5056631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#1D2030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5458967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222222"/>
                </a:solidFill>
                <a:latin typeface="Arial"/>
              </a:rPr>
              <a:t>minimal_mono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14600" y="5385815"/>
            <a:ext cx="11430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14600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#FFFFFF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03320" y="5385815"/>
            <a:ext cx="1143000" cy="292608"/>
          </a:xfrm>
          <a:prstGeom prst="rect">
            <a:avLst/>
          </a:prstGeom>
          <a:solidFill>
            <a:srgbClr val="222222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03320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#222222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92040" y="5385815"/>
            <a:ext cx="1143000" cy="292608"/>
          </a:xfrm>
          <a:prstGeom prst="rect">
            <a:avLst/>
          </a:prstGeom>
          <a:solidFill>
            <a:srgbClr val="66666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92040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#666666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80759" y="5385815"/>
            <a:ext cx="1143000" cy="292608"/>
          </a:xfrm>
          <a:prstGeom prst="rect">
            <a:avLst/>
          </a:prstGeom>
          <a:solidFill>
            <a:srgbClr val="AAAAA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80759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#AAAAAA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69479" y="5385815"/>
            <a:ext cx="1143000" cy="292608"/>
          </a:xfrm>
          <a:prstGeom prst="rect">
            <a:avLst/>
          </a:prstGeom>
          <a:solidFill>
            <a:srgbClr val="F3F3F3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9479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#F3F3F3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58200" y="5385815"/>
            <a:ext cx="1143000" cy="292608"/>
          </a:xfrm>
          <a:prstGeom prst="rect">
            <a:avLst/>
          </a:prstGeom>
          <a:solidFill>
            <a:srgbClr val="111111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58200" y="5714999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222222"/>
                </a:solidFill>
                <a:latin typeface="Arial"/>
              </a:rPr>
              <a:t>#111111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