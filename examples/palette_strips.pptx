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43" y="240030"/>
            <a:ext cx="8778020" cy="4114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Graphical Abstract Creator: editable palette strips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685800"/>
            <a:ext cx="10484857" cy="30860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>
                <a:solidFill>
                  <a:srgbClr val="52616B"/>
                </a:solidFill>
                <a:latin typeface="Arial"/>
              </a:rPr>
              <a:t>All strips are native PowerPoint rectangles and editable labels. Order: background, neutral, primary, secondary, accent, line, 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1275588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nature_blue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30799" y="1234439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30518" y="1234439"/>
            <a:ext cx="914377" cy="425196"/>
          </a:xfrm>
          <a:prstGeom prst="rect">
            <a:avLst/>
          </a:prstGeom>
          <a:solidFill>
            <a:srgbClr val="F4F8F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30237" y="1234439"/>
            <a:ext cx="914377" cy="425196"/>
          </a:xfrm>
          <a:prstGeom prst="rect">
            <a:avLst/>
          </a:prstGeom>
          <a:solidFill>
            <a:srgbClr val="1F6B9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9956" y="1234439"/>
            <a:ext cx="914377" cy="425196"/>
          </a:xfrm>
          <a:prstGeom prst="rect">
            <a:avLst/>
          </a:prstGeom>
          <a:solidFill>
            <a:srgbClr val="3BA7C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9675" y="1234439"/>
            <a:ext cx="914377" cy="425196"/>
          </a:xfrm>
          <a:prstGeom prst="rect">
            <a:avLst/>
          </a:prstGeom>
          <a:solidFill>
            <a:srgbClr val="F28E2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394" y="1234439"/>
            <a:ext cx="914377" cy="425196"/>
          </a:xfrm>
          <a:prstGeom prst="rect">
            <a:avLst/>
          </a:prstGeom>
          <a:solidFill>
            <a:srgbClr val="2B3A4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29113" y="1234439"/>
            <a:ext cx="914377" cy="425196"/>
          </a:xfrm>
          <a:prstGeom prst="rect">
            <a:avLst/>
          </a:prstGeom>
          <a:solidFill>
            <a:srgbClr val="1F293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84857" y="128244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#F4F8FB  #1F6B99  #3BA7C9  #F28E2B  #2B3A42  #1F2933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43" y="1783080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science_graphite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799" y="1741932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0518" y="1741932"/>
            <a:ext cx="914377" cy="425196"/>
          </a:xfrm>
          <a:prstGeom prst="rect">
            <a:avLst/>
          </a:prstGeom>
          <a:solidFill>
            <a:srgbClr val="F3F4F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30237" y="1741932"/>
            <a:ext cx="914377" cy="425196"/>
          </a:xfrm>
          <a:prstGeom prst="rect">
            <a:avLst/>
          </a:prstGeom>
          <a:solidFill>
            <a:srgbClr val="374151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9956" y="1741932"/>
            <a:ext cx="914377" cy="425196"/>
          </a:xfrm>
          <a:prstGeom prst="rect">
            <a:avLst/>
          </a:prstGeom>
          <a:solidFill>
            <a:srgbClr val="9CA3A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9675" y="1741932"/>
            <a:ext cx="914377" cy="425196"/>
          </a:xfrm>
          <a:prstGeom prst="rect">
            <a:avLst/>
          </a:prstGeom>
          <a:solidFill>
            <a:srgbClr val="D9770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394" y="1741932"/>
            <a:ext cx="914377" cy="425196"/>
          </a:xfrm>
          <a:prstGeom prst="rect">
            <a:avLst/>
          </a:prstGeom>
          <a:solidFill>
            <a:srgbClr val="1F29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29113" y="1741932"/>
            <a:ext cx="914377" cy="425196"/>
          </a:xfrm>
          <a:prstGeom prst="rect">
            <a:avLst/>
          </a:prstGeom>
          <a:solidFill>
            <a:srgbClr val="11182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84857" y="1789938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#F3F4F6  #374151  #9CA3AF  #D97706  #1F2937  #111827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43" y="2290572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advanced_materials_teal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30799" y="2249423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0518" y="2249423"/>
            <a:ext cx="914377" cy="425196"/>
          </a:xfrm>
          <a:prstGeom prst="rect">
            <a:avLst/>
          </a:prstGeom>
          <a:solidFill>
            <a:srgbClr val="F6FAF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30237" y="2249423"/>
            <a:ext cx="914377" cy="425196"/>
          </a:xfrm>
          <a:prstGeom prst="rect">
            <a:avLst/>
          </a:prstGeom>
          <a:solidFill>
            <a:srgbClr val="087E8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9956" y="2249423"/>
            <a:ext cx="914377" cy="425196"/>
          </a:xfrm>
          <a:prstGeom prst="rect">
            <a:avLst/>
          </a:prstGeom>
          <a:solidFill>
            <a:srgbClr val="56A3A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29675" y="2249423"/>
            <a:ext cx="914377" cy="425196"/>
          </a:xfrm>
          <a:prstGeom prst="rect">
            <a:avLst/>
          </a:prstGeom>
          <a:solidFill>
            <a:srgbClr val="F25F5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394" y="2249423"/>
            <a:ext cx="914377" cy="425196"/>
          </a:xfrm>
          <a:prstGeom prst="rect">
            <a:avLst/>
          </a:prstGeom>
          <a:solidFill>
            <a:srgbClr val="1B496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29113" y="2249423"/>
            <a:ext cx="914377" cy="425196"/>
          </a:xfrm>
          <a:prstGeom prst="rect">
            <a:avLst/>
          </a:prstGeom>
          <a:solidFill>
            <a:srgbClr val="172A3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84857" y="2297429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#F6FAFA  #087E8B  #56A3A6  #F25F5C  #1B4965  #172A3A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43" y="2798063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cell_biomedical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0799" y="2756915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30518" y="2756915"/>
            <a:ext cx="914377" cy="425196"/>
          </a:xfrm>
          <a:prstGeom prst="rect">
            <a:avLst/>
          </a:prstGeom>
          <a:solidFill>
            <a:srgbClr val="F8F5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30237" y="2756915"/>
            <a:ext cx="914377" cy="425196"/>
          </a:xfrm>
          <a:prstGeom prst="rect">
            <a:avLst/>
          </a:prstGeom>
          <a:solidFill>
            <a:srgbClr val="7B2CB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29956" y="2756915"/>
            <a:ext cx="914377" cy="425196"/>
          </a:xfrm>
          <a:prstGeom prst="rect">
            <a:avLst/>
          </a:prstGeom>
          <a:solidFill>
            <a:srgbClr val="2EC4B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29675" y="2756915"/>
            <a:ext cx="914377" cy="425196"/>
          </a:xfrm>
          <a:prstGeom prst="rect">
            <a:avLst/>
          </a:prstGeom>
          <a:solidFill>
            <a:srgbClr val="FF9F1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394" y="2756915"/>
            <a:ext cx="914377" cy="425196"/>
          </a:xfrm>
          <a:prstGeom prst="rect">
            <a:avLst/>
          </a:prstGeom>
          <a:solidFill>
            <a:srgbClr val="3D405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29113" y="2756915"/>
            <a:ext cx="914377" cy="425196"/>
          </a:xfrm>
          <a:prstGeom prst="rect">
            <a:avLst/>
          </a:prstGeom>
          <a:solidFill>
            <a:srgbClr val="2532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84857" y="2804922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#F8F5FF  #7B2CBF  #2EC4B6  #FF9F1C  #3D405B  #253237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543" y="3305556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engineering_amber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799" y="3264408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30518" y="3264408"/>
            <a:ext cx="914377" cy="425196"/>
          </a:xfrm>
          <a:prstGeom prst="rect">
            <a:avLst/>
          </a:prstGeom>
          <a:solidFill>
            <a:srgbClr val="FAF7F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237" y="3264408"/>
            <a:ext cx="914377" cy="425196"/>
          </a:xfrm>
          <a:prstGeom prst="rect">
            <a:avLst/>
          </a:prstGeom>
          <a:solidFill>
            <a:srgbClr val="0F4C5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29956" y="3264408"/>
            <a:ext cx="914377" cy="425196"/>
          </a:xfrm>
          <a:prstGeom prst="rect">
            <a:avLst/>
          </a:prstGeom>
          <a:solidFill>
            <a:srgbClr val="E3641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29675" y="3264408"/>
            <a:ext cx="914377" cy="425196"/>
          </a:xfrm>
          <a:prstGeom prst="rect">
            <a:avLst/>
          </a:prstGeom>
          <a:solidFill>
            <a:srgbClr val="5F0F40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394" y="3264408"/>
            <a:ext cx="914377" cy="425196"/>
          </a:xfrm>
          <a:prstGeom prst="rect">
            <a:avLst/>
          </a:prstGeom>
          <a:solidFill>
            <a:srgbClr val="33415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29113" y="3264408"/>
            <a:ext cx="914377" cy="425196"/>
          </a:xfrm>
          <a:prstGeom prst="rect">
            <a:avLst/>
          </a:prstGeom>
          <a:solidFill>
            <a:srgbClr val="1F29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84857" y="3312414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#FAF7F2  #0F4C5C  #E36414  #5F0F40  #334155  #1F2937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543" y="3813048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ai4science_indigo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30799" y="3771900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30518" y="3771900"/>
            <a:ext cx="914377" cy="425196"/>
          </a:xfrm>
          <a:prstGeom prst="rect">
            <a:avLst/>
          </a:prstGeom>
          <a:solidFill>
            <a:srgbClr val="F5F7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30237" y="3771900"/>
            <a:ext cx="914377" cy="425196"/>
          </a:xfrm>
          <a:prstGeom prst="rect">
            <a:avLst/>
          </a:prstGeom>
          <a:solidFill>
            <a:srgbClr val="3B5BD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29956" y="3771900"/>
            <a:ext cx="914377" cy="425196"/>
          </a:xfrm>
          <a:prstGeom prst="rect">
            <a:avLst/>
          </a:prstGeom>
          <a:solidFill>
            <a:srgbClr val="20C99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29675" y="3771900"/>
            <a:ext cx="914377" cy="425196"/>
          </a:xfrm>
          <a:prstGeom prst="rect">
            <a:avLst/>
          </a:prstGeom>
          <a:solidFill>
            <a:srgbClr val="F7670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29394" y="3771900"/>
            <a:ext cx="914377" cy="425196"/>
          </a:xfrm>
          <a:prstGeom prst="rect">
            <a:avLst/>
          </a:prstGeom>
          <a:solidFill>
            <a:srgbClr val="243B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29113" y="3771900"/>
            <a:ext cx="914377" cy="425196"/>
          </a:xfrm>
          <a:prstGeom prst="rect">
            <a:avLst/>
          </a:prstGeom>
          <a:solidFill>
            <a:srgbClr val="202A4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84857" y="381990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#F5F7FF  #3B5BDB  #20C997  #F76707  #243B53  #202A44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0543" y="4320540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earth_environment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30799" y="4279391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30518" y="4279391"/>
            <a:ext cx="914377" cy="425196"/>
          </a:xfrm>
          <a:prstGeom prst="rect">
            <a:avLst/>
          </a:prstGeom>
          <a:solidFill>
            <a:srgbClr val="F4F8F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30237" y="4279391"/>
            <a:ext cx="914377" cy="425196"/>
          </a:xfrm>
          <a:prstGeom prst="rect">
            <a:avLst/>
          </a:prstGeom>
          <a:solidFill>
            <a:srgbClr val="2D6A4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29956" y="4279391"/>
            <a:ext cx="914377" cy="425196"/>
          </a:xfrm>
          <a:prstGeom prst="rect">
            <a:avLst/>
          </a:prstGeom>
          <a:solidFill>
            <a:srgbClr val="40916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29675" y="4279391"/>
            <a:ext cx="914377" cy="425196"/>
          </a:xfrm>
          <a:prstGeom prst="rect">
            <a:avLst/>
          </a:prstGeom>
          <a:solidFill>
            <a:srgbClr val="DDA15E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229394" y="4279391"/>
            <a:ext cx="914377" cy="425196"/>
          </a:xfrm>
          <a:prstGeom prst="rect">
            <a:avLst/>
          </a:prstGeom>
          <a:solidFill>
            <a:srgbClr val="2646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29113" y="4279391"/>
            <a:ext cx="914377" cy="425196"/>
          </a:xfrm>
          <a:prstGeom prst="rect">
            <a:avLst/>
          </a:prstGeom>
          <a:solidFill>
            <a:srgbClr val="233D4D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84857" y="4327397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#F4F8F5  #2D6A4F  #40916C  #DDA15E  #264653  #233D4D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43" y="4828031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minimal_mono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30799" y="4786883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30518" y="4786883"/>
            <a:ext cx="914377" cy="425196"/>
          </a:xfrm>
          <a:prstGeom prst="rect">
            <a:avLst/>
          </a:prstGeom>
          <a:solidFill>
            <a:srgbClr val="F5F5F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230237" y="4786883"/>
            <a:ext cx="914377" cy="425196"/>
          </a:xfrm>
          <a:prstGeom prst="rect">
            <a:avLst/>
          </a:prstGeom>
          <a:solidFill>
            <a:srgbClr val="22222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29956" y="4786883"/>
            <a:ext cx="914377" cy="425196"/>
          </a:xfrm>
          <a:prstGeom prst="rect">
            <a:avLst/>
          </a:prstGeom>
          <a:solidFill>
            <a:srgbClr val="88888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29675" y="4786883"/>
            <a:ext cx="914377" cy="425196"/>
          </a:xfrm>
          <a:prstGeom prst="rect">
            <a:avLst/>
          </a:prstGeom>
          <a:solidFill>
            <a:srgbClr val="B4530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229394" y="4786883"/>
            <a:ext cx="914377" cy="425196"/>
          </a:xfrm>
          <a:prstGeom prst="rect">
            <a:avLst/>
          </a:prstGeom>
          <a:solidFill>
            <a:srgbClr val="22222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229113" y="4786883"/>
            <a:ext cx="914377" cy="425196"/>
          </a:xfrm>
          <a:prstGeom prst="rect">
            <a:avLst/>
          </a:prstGeom>
          <a:solidFill>
            <a:srgbClr val="111111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84857" y="4834890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#F5F5F5  #222222  #888888  #B45309  #222222  #111111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0543" y="5335524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chinese_science_blue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30799" y="5294376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30518" y="5294376"/>
            <a:ext cx="914377" cy="425196"/>
          </a:xfrm>
          <a:prstGeom prst="rect">
            <a:avLst/>
          </a:prstGeom>
          <a:solidFill>
            <a:srgbClr val="F4F8F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230237" y="5294376"/>
            <a:ext cx="914377" cy="425196"/>
          </a:xfrm>
          <a:prstGeom prst="rect">
            <a:avLst/>
          </a:prstGeom>
          <a:solidFill>
            <a:srgbClr val="1D5F8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29956" y="5294376"/>
            <a:ext cx="914377" cy="425196"/>
          </a:xfrm>
          <a:prstGeom prst="rect">
            <a:avLst/>
          </a:prstGeom>
          <a:solidFill>
            <a:srgbClr val="3A8FB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29675" y="5294376"/>
            <a:ext cx="914377" cy="425196"/>
          </a:xfrm>
          <a:prstGeom prst="rect">
            <a:avLst/>
          </a:prstGeom>
          <a:solidFill>
            <a:srgbClr val="B23A4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229394" y="5294376"/>
            <a:ext cx="914377" cy="425196"/>
          </a:xfrm>
          <a:prstGeom prst="rect">
            <a:avLst/>
          </a:prstGeom>
          <a:solidFill>
            <a:srgbClr val="243B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29113" y="5294376"/>
            <a:ext cx="914377" cy="425196"/>
          </a:xfrm>
          <a:prstGeom prst="rect">
            <a:avLst/>
          </a:prstGeom>
          <a:solidFill>
            <a:srgbClr val="1A2A3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84857" y="5342382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#F4F8FB  #1D5F8A  #3A8FB7  #B23A48  #243B53  #1A2A3A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0543" y="5843015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chinese_academy_red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30799" y="5801867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30518" y="5801867"/>
            <a:ext cx="914377" cy="425196"/>
          </a:xfrm>
          <a:prstGeom prst="rect">
            <a:avLst/>
          </a:prstGeom>
          <a:solidFill>
            <a:srgbClr val="FBF7F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230237" y="5801867"/>
            <a:ext cx="914377" cy="425196"/>
          </a:xfrm>
          <a:prstGeom prst="rect">
            <a:avLst/>
          </a:prstGeom>
          <a:solidFill>
            <a:srgbClr val="9E2A2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29956" y="5801867"/>
            <a:ext cx="914377" cy="425196"/>
          </a:xfrm>
          <a:prstGeom prst="rect">
            <a:avLst/>
          </a:prstGeom>
          <a:solidFill>
            <a:srgbClr val="335C6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229675" y="5801867"/>
            <a:ext cx="914377" cy="425196"/>
          </a:xfrm>
          <a:prstGeom prst="rect">
            <a:avLst/>
          </a:prstGeom>
          <a:solidFill>
            <a:srgbClr val="C9A22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394" y="5801867"/>
            <a:ext cx="914377" cy="425196"/>
          </a:xfrm>
          <a:prstGeom prst="rect">
            <a:avLst/>
          </a:prstGeom>
          <a:solidFill>
            <a:srgbClr val="3A2E2E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29113" y="5801867"/>
            <a:ext cx="914377" cy="425196"/>
          </a:xfrm>
          <a:prstGeom prst="rect">
            <a:avLst/>
          </a:prstGeom>
          <a:solidFill>
            <a:srgbClr val="241A1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84857" y="5849873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#FBF7F4  #9E2A2B  #335C67  #C9A227  #3A2E2E  #241A1A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0543" y="6350507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sci_cjk_bilingual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30799" y="6309359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230518" y="6309359"/>
            <a:ext cx="914377" cy="425196"/>
          </a:xfrm>
          <a:prstGeom prst="rect">
            <a:avLst/>
          </a:prstGeom>
          <a:solidFill>
            <a:srgbClr val="F5F8F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230237" y="6309359"/>
            <a:ext cx="914377" cy="425196"/>
          </a:xfrm>
          <a:prstGeom prst="rect">
            <a:avLst/>
          </a:prstGeom>
          <a:solidFill>
            <a:srgbClr val="255F8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229956" y="6309359"/>
            <a:ext cx="914377" cy="425196"/>
          </a:xfrm>
          <a:prstGeom prst="rect">
            <a:avLst/>
          </a:prstGeom>
          <a:solidFill>
            <a:srgbClr val="2A9D8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229675" y="6309359"/>
            <a:ext cx="914377" cy="425196"/>
          </a:xfrm>
          <a:prstGeom prst="rect">
            <a:avLst/>
          </a:prstGeom>
          <a:solidFill>
            <a:srgbClr val="D45D4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229394" y="6309359"/>
            <a:ext cx="914377" cy="425196"/>
          </a:xfrm>
          <a:prstGeom prst="rect">
            <a:avLst/>
          </a:prstGeom>
          <a:solidFill>
            <a:srgbClr val="2D374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229113" y="6309359"/>
            <a:ext cx="914377" cy="425196"/>
          </a:xfrm>
          <a:prstGeom prst="rect">
            <a:avLst/>
          </a:prstGeom>
          <a:solidFill>
            <a:srgbClr val="17203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84857" y="635736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#F5F8FA  #255F85  #2A9D8F  #D45D44  #2D3748  #172033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